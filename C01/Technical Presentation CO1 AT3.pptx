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712976-01E9-451D-B17E-71D4EF375DDB}" v="2" dt="2026-10-07T10:14:14.2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DEVI" userId="aea4739f83c76881" providerId="LiveId" clId="{6241F7E8-DD6D-45E7-AFAA-31E511F4907C}"/>
    <pc:docChg chg="modSld">
      <pc:chgData name="LAKSHMI DEVI" userId="aea4739f83c76881" providerId="LiveId" clId="{6241F7E8-DD6D-45E7-AFAA-31E511F4907C}" dt="2026-10-09T04:22:04.166" v="36" actId="14100"/>
      <pc:docMkLst>
        <pc:docMk/>
      </pc:docMkLst>
      <pc:sldChg chg="addSp modSp mod">
        <pc:chgData name="LAKSHMI DEVI" userId="aea4739f83c76881" providerId="LiveId" clId="{6241F7E8-DD6D-45E7-AFAA-31E511F4907C}" dt="2026-10-07T10:15:01.467" v="35" actId="113"/>
        <pc:sldMkLst>
          <pc:docMk/>
          <pc:sldMk cId="212745078" sldId="256"/>
        </pc:sldMkLst>
        <pc:spChg chg="mod">
          <ac:chgData name="LAKSHMI DEVI" userId="aea4739f83c76881" providerId="LiveId" clId="{6241F7E8-DD6D-45E7-AFAA-31E511F4907C}" dt="2026-10-07T10:15:01.467" v="35" actId="113"/>
          <ac:spMkLst>
            <pc:docMk/>
            <pc:sldMk cId="212745078" sldId="256"/>
            <ac:spMk id="4" creationId="{06CAE8AE-AE73-D71F-800D-42B38BE72DA5}"/>
          </ac:spMkLst>
        </pc:spChg>
        <pc:spChg chg="add mod">
          <ac:chgData name="LAKSHMI DEVI" userId="aea4739f83c76881" providerId="LiveId" clId="{6241F7E8-DD6D-45E7-AFAA-31E511F4907C}" dt="2026-10-07T10:14:48.443" v="33" actId="404"/>
          <ac:spMkLst>
            <pc:docMk/>
            <pc:sldMk cId="212745078" sldId="256"/>
            <ac:spMk id="5" creationId="{4C1011BF-57F5-1515-0DBD-BBB58176159B}"/>
          </ac:spMkLst>
        </pc:spChg>
      </pc:sldChg>
      <pc:sldChg chg="modSp mod">
        <pc:chgData name="LAKSHMI DEVI" userId="aea4739f83c76881" providerId="LiveId" clId="{6241F7E8-DD6D-45E7-AFAA-31E511F4907C}" dt="2026-10-09T04:22:04.166" v="36" actId="14100"/>
        <pc:sldMkLst>
          <pc:docMk/>
          <pc:sldMk cId="311630011" sldId="260"/>
        </pc:sldMkLst>
        <pc:spChg chg="mod">
          <ac:chgData name="LAKSHMI DEVI" userId="aea4739f83c76881" providerId="LiveId" clId="{6241F7E8-DD6D-45E7-AFAA-31E511F4907C}" dt="2026-10-09T04:22:04.166" v="36" actId="14100"/>
          <ac:spMkLst>
            <pc:docMk/>
            <pc:sldMk cId="311630011" sldId="260"/>
            <ac:spMk id="3" creationId="{B087C8F6-1120-9B22-7C7D-FEDFBA6FD61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4A2A-121A-F248-66B9-7B12F17CA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BAE1DF-358A-673B-A31C-FA3C7CE38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4A292-1730-8D81-6DDF-083A64AD9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4D46-F236-4E35-BB5F-04C5A2B105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C299F-FD91-6348-8CDB-AB083124F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0F87C-F116-7328-6FEA-4ED3817E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DF70-B403-4439-9B35-85EF456C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88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5667B-FC9B-990B-997E-F47A80706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FBD06-34A0-4D6B-2AEC-4C73E0E7D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FB4A1-F404-063D-2DA5-03037D8F7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4D46-F236-4E35-BB5F-04C5A2B105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14A86-68E5-63AF-B532-635100D6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D840-9078-FAF1-A816-696DBF7FD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DF70-B403-4439-9B35-85EF456C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672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D73D-E0BF-02DF-3010-B7F75F36D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862A6-074E-8E26-70BE-51E273557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A987A-1BE2-6271-0A50-A5E058511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4D46-F236-4E35-BB5F-04C5A2B105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E4FBD-418C-81FD-4C3D-09B5BC5DA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C0531-53F2-D5E6-4164-A66CCE3B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DF70-B403-4439-9B35-85EF456C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720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13C60-A371-1EEA-2B67-9C683D0F0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59F7B-DF12-B937-C405-6F3A7A9BD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FAC73-1BAA-4845-C391-D6BC03D99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C7686-9DBA-8353-6651-0C040172F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4D46-F236-4E35-BB5F-04C5A2B105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8D035-F30C-2B06-8231-6C3FB1A5B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9AF10-D3A8-50A7-2A31-64816103C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DF70-B403-4439-9B35-85EF456C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105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2E14-AA04-7718-D95E-AD68F35E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7A185-38ED-93CC-E924-3106C8D52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8DB36-D7C6-BF64-6C7C-C6713EBB5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DBF19-EDC7-5419-D72B-47ABBF1A8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B151D3-1C66-500F-E3E8-161411CC5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2888E6-06A9-9CD9-674A-BEC8B35C4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4D46-F236-4E35-BB5F-04C5A2B105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9F87C8-60DD-8D15-E8A8-A1D08579A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26DBA0-C2B9-78ED-443E-D98E1E1A1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DF70-B403-4439-9B35-85EF456C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326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B2113-4171-8214-29E9-DB904E7D8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3EFF4E-CC7E-E91B-03A3-86A8BC70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4D46-F236-4E35-BB5F-04C5A2B105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B7CE43-7A24-5651-448F-8548A696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C3CBA-4D17-53B6-9940-F30869F0A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DF70-B403-4439-9B35-85EF456C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782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0AEDC-B986-958B-E241-7CD034C7A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4D46-F236-4E35-BB5F-04C5A2B105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19B156-DA4C-52BC-833D-53B464F38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F5A28-AF49-7F29-7E4D-67B7502A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DF70-B403-4439-9B35-85EF456C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379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F92AD-42ED-DADB-D485-C7B0A1478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02D57-9C6F-11AB-6E1F-61122E974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796BA-57BB-7831-D0B8-B3CBB5293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B79CF-D37C-D33D-0F55-72035323F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4D46-F236-4E35-BB5F-04C5A2B105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12205-B40D-1164-EEC9-37BDB0D7F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9ABD5-DFFF-1D37-7480-13991D8EE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DF70-B403-4439-9B35-85EF456C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4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79847-89EA-11F9-6BEB-F814F828C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6C4D78-DE02-3F48-0D7A-A3C3B4C0962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0F5CB-653A-8ED5-FBB9-2D6E93E5E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2184C-9CFE-341F-69B7-3AEAC5B44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4D46-F236-4E35-BB5F-04C5A2B105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63D11-10FC-3236-03A0-C97903467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67C09-E3D8-6E76-2740-D43F5F4C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DF70-B403-4439-9B35-85EF456C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149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0D950-AF1A-44CE-C2EE-99F21B0B6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0A9A1-683A-7929-D3E0-B8987D940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B99BC-88C5-DBB3-6D42-C38D0310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4D46-F236-4E35-BB5F-04C5A2B105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DD7B5-DD47-59F2-7709-A537726A3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FEFCA-C895-364A-1A78-8686DED2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DF70-B403-4439-9B35-85EF456C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089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B9E79-979A-1305-4732-78A9A312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320114-FD5B-E231-D456-CABFE46C2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35C4D-FAD0-55FA-24CA-4A05F166E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F4D46-F236-4E35-BB5F-04C5A2B105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B354D-8CAB-4FD5-A3F6-EDB39B003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418FC-FA19-FE87-9EAE-61308438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CDF70-B403-4439-9B35-85EF456C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554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B9D64A-5A7F-35DD-4685-C2BF2A661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B9B61-3D2A-811E-7503-4362B3C82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2A0D9-391A-36A7-3A01-05D74ADD6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6F4D46-F236-4E35-BB5F-04C5A2B105A9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C7D3E-FCCA-5DD4-64D5-5133BB13C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61380-CE64-0B82-F211-05185A142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CDF70-B403-4439-9B35-85EF456CD6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709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7E1A8-D396-62A8-E2AE-D738797DF9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2658" y="160414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Attacks, Threats, Risks and Their Impact on Security Goals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B1424-1037-F4F0-8F40-2C7311921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7522" y="4176605"/>
            <a:ext cx="9144000" cy="6651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CSA5101 -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and Network Security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CAE8AE-AE73-D71F-800D-42B38BE72DA5}"/>
              </a:ext>
            </a:extLst>
          </p:cNvPr>
          <p:cNvSpPr txBox="1"/>
          <p:nvPr/>
        </p:nvSpPr>
        <p:spPr>
          <a:xfrm>
            <a:off x="7737987" y="5164586"/>
            <a:ext cx="3470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Lakshmi Devi J (192524300)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AIDS</a:t>
            </a:r>
          </a:p>
        </p:txBody>
      </p:sp>
      <p:pic>
        <p:nvPicPr>
          <p:cNvPr id="6" name="Picture 2" descr="SIMATS ENGINEERING —BIOTECHNOLOGY">
            <a:extLst>
              <a:ext uri="{FF2B5EF4-FFF2-40B4-BE49-F238E27FC236}">
                <a16:creationId xmlns:a16="http://schemas.microsoft.com/office/drawing/2014/main" id="{2805314A-1B6C-5911-7712-181E51C7C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62" y="126953"/>
            <a:ext cx="11480759" cy="1477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1011BF-57F5-1515-0DBD-BBB58176159B}"/>
              </a:ext>
            </a:extLst>
          </p:cNvPr>
          <p:cNvSpPr txBox="1"/>
          <p:nvPr/>
        </p:nvSpPr>
        <p:spPr>
          <a:xfrm>
            <a:off x="806244" y="5253856"/>
            <a:ext cx="3470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ANBALAGAN E</a:t>
            </a:r>
          </a:p>
        </p:txBody>
      </p:sp>
    </p:spTree>
    <p:extLst>
      <p:ext uri="{BB962C8B-B14F-4D97-AF65-F5344CB8AC3E}">
        <p14:creationId xmlns:p14="http://schemas.microsoft.com/office/powerpoint/2010/main" val="212745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BBC86-D1E8-F8FA-9329-AE10CB80C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957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4F70B-4430-449B-A1CB-1C44A1531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355" y="2159922"/>
            <a:ext cx="10515600" cy="3513291"/>
          </a:xfrm>
        </p:spPr>
        <p:txBody>
          <a:bodyPr>
            <a:normAutofit fontScale="92500"/>
          </a:bodyPr>
          <a:lstStyle/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systems face different types of security challenges.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 are potential causes of security problems.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are actual attempts to exploit vulnerabilities.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represent the possibility and impact of security incidents.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can affect the major security goals of information systems.</a:t>
            </a:r>
          </a:p>
        </p:txBody>
      </p:sp>
      <p:pic>
        <p:nvPicPr>
          <p:cNvPr id="5" name="Picture 4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14D14B71-A589-5161-7FDC-3875BA8DE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-3996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A71AB495-0854-D68F-1091-307DA8CE2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415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BF866-75A1-5B44-4248-7C2E4F0ED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Goals: CIA Triad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BA6DC-FA29-767E-E331-730EBAE39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fundamental security goals are: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Prevent unauthorized access to information.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 information is not improperly modified.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 systems and information are accessible when needed.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Also: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Verify the identity of users.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Non-repudiation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Prevent denial of performed actions.</a:t>
            </a:r>
          </a:p>
        </p:txBody>
      </p:sp>
      <p:pic>
        <p:nvPicPr>
          <p:cNvPr id="5" name="Picture 4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E0D1E4C3-F945-651D-10E4-7D5099AD7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-3996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A3764AFA-B16A-FFCA-5AC4-1A09EB9878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63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85C1F-A052-2785-DA3C-67FAC93C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0EAAF-1348-D5DF-4E78-9F65F9E1C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security threat is a potential danger to a system or network.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threats include: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Malware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Insider threats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Eavesdropping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engineering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theft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 may be intentional or accidental.</a:t>
            </a:r>
          </a:p>
        </p:txBody>
      </p:sp>
      <p:pic>
        <p:nvPicPr>
          <p:cNvPr id="5" name="Picture 4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EA218317-C9F2-8C67-E440-2A5F651AB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-3996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77FF7264-EB92-06F8-CF12-034908595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8489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55AB-1CDD-6A18-5575-765435F1F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7C8F6-1120-9B22-7C7D-FEDFBA6FD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58244"/>
            <a:ext cx="10515600" cy="3768930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security attack is an attempt to damage, disrupt, access, or manipulate a system.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attacks: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Eavesdropping, traffic analysis.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attacks: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Modification, masquerading, replay attacks, denial-of-service.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exploit vulnerabilities in systems, networks, or users.</a:t>
            </a:r>
          </a:p>
        </p:txBody>
      </p:sp>
      <p:pic>
        <p:nvPicPr>
          <p:cNvPr id="5" name="Picture 4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26CFD7FE-D03F-098A-0067-FF066EE80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-3996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E34E0D8E-B16D-3D08-94B7-0AC107FB8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30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50EF8-C788-C238-5D50-786D1B65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E59C3-CD53-7490-A876-F34D3D086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3948"/>
            <a:ext cx="10515600" cy="4351338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 is the possibility of loss or damage resulting from a threat exploiting a vulnerability.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depends mainly on: </a:t>
            </a:r>
          </a:p>
          <a:p>
            <a:pPr lvl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Likelihood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Weak password → Account compromise → Data theft.</a:t>
            </a:r>
          </a:p>
        </p:txBody>
      </p:sp>
      <p:pic>
        <p:nvPicPr>
          <p:cNvPr id="5" name="Picture 4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5A8D669F-680A-A0B1-06B3-35988AD26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5836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AF6EE423-3CBA-89E1-929B-4D5A33D75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2949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4B1B-6C27-ACC8-62CD-23ADAA370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Security Goals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4DC730-AB2D-4B21-36FC-7F2195ABDC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927310"/>
              </p:ext>
            </p:extLst>
          </p:nvPr>
        </p:nvGraphicFramePr>
        <p:xfrm>
          <a:off x="1582993" y="2212258"/>
          <a:ext cx="9212824" cy="3637935"/>
        </p:xfrm>
        <a:graphic>
          <a:graphicData uri="http://schemas.openxmlformats.org/drawingml/2006/table">
            <a:tbl>
              <a:tblPr>
                <a:solidFill>
                  <a:schemeClr val="tx2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2303206">
                  <a:extLst>
                    <a:ext uri="{9D8B030D-6E8A-4147-A177-3AD203B41FA5}">
                      <a16:colId xmlns:a16="http://schemas.microsoft.com/office/drawing/2014/main" val="1832605227"/>
                    </a:ext>
                  </a:extLst>
                </a:gridCol>
                <a:gridCol w="2303206">
                  <a:extLst>
                    <a:ext uri="{9D8B030D-6E8A-4147-A177-3AD203B41FA5}">
                      <a16:colId xmlns:a16="http://schemas.microsoft.com/office/drawing/2014/main" val="2542331761"/>
                    </a:ext>
                  </a:extLst>
                </a:gridCol>
                <a:gridCol w="2303206">
                  <a:extLst>
                    <a:ext uri="{9D8B030D-6E8A-4147-A177-3AD203B41FA5}">
                      <a16:colId xmlns:a16="http://schemas.microsoft.com/office/drawing/2014/main" val="3453627547"/>
                    </a:ext>
                  </a:extLst>
                </a:gridCol>
                <a:gridCol w="2303206">
                  <a:extLst>
                    <a:ext uri="{9D8B030D-6E8A-4147-A177-3AD203B41FA5}">
                      <a16:colId xmlns:a16="http://schemas.microsoft.com/office/drawing/2014/main" val="1485246602"/>
                    </a:ext>
                  </a:extLst>
                </a:gridCol>
              </a:tblGrid>
              <a:tr h="519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Attack/Threat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Confidentiality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Integrity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Availability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46077"/>
                  </a:ext>
                </a:extLst>
              </a:tr>
              <a:tr h="519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Eavesdropping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354558"/>
                  </a:ext>
                </a:extLst>
              </a:tr>
              <a:tr h="519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Malware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042246"/>
                  </a:ext>
                </a:extLst>
              </a:tr>
              <a:tr h="519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modification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38073"/>
                  </a:ext>
                </a:extLst>
              </a:tr>
              <a:tr h="519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DDoS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36622"/>
                  </a:ext>
                </a:extLst>
              </a:tr>
              <a:tr h="519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Phishing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645603"/>
                  </a:ext>
                </a:extLst>
              </a:tr>
              <a:tr h="519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Ransomware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01676"/>
                  </a:ext>
                </a:extLst>
              </a:tr>
            </a:tbl>
          </a:graphicData>
        </a:graphic>
      </p:graphicFrame>
      <p:pic>
        <p:nvPicPr>
          <p:cNvPr id="6" name="Picture 5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0EF535D1-1BD7-1F8C-F143-A77342B5F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-3996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AD69E03A-8321-B0F3-5E3E-0FA259D69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207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DE81C-D9F9-40E9-3321-8A269A54D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197" y="389096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Example: Ransomware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69386-8458-AA61-0ECB-7952E5D1C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690" y="2141537"/>
            <a:ext cx="10515600" cy="4351338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Ransomware is malware that prevents users from accessing their data.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demand payment to restore access.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affect businesses, hospitals, universities, and government systems.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Sensitive data may be stolen.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 may be modified or encrypted. </a:t>
            </a:r>
          </a:p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cannot access important systems and files.</a:t>
            </a:r>
          </a:p>
        </p:txBody>
      </p:sp>
      <p:pic>
        <p:nvPicPr>
          <p:cNvPr id="5" name="Picture 4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08EE8933-84BF-8EBF-20D2-163EE4218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-3996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100697D1-6ADD-218D-814C-31A483B26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426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92C66-5A68-CF5F-132C-B229B4278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0BAFA-2DA0-51A6-D805-2C00E338C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007" y="1864954"/>
            <a:ext cx="10515600" cy="4351338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strong passwords and multi-factor authentication.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encryption to sensitive information.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security updates and patches.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firewalls and intrusion detection systems.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regular backups.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users to identify phishing and social-engineering attacks.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networks for suspicious activity.</a:t>
            </a:r>
          </a:p>
        </p:txBody>
      </p:sp>
      <p:pic>
        <p:nvPicPr>
          <p:cNvPr id="5" name="Picture 4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E479F451-3E3E-A1AD-4FF3-7A0432E8A4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-3996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B72A310C-1F4B-23BF-0C23-450A289667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539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3ED8-562B-9D5B-8F58-96E519100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E96A7-8E67-C983-49B2-6791179E8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Threats create potential security dangers.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exploit vulnerabilities to cause actual damage.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 help organizations understand possible losses.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can affect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confidentiality, integrity, availability, authentication, and non-repudiation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security requires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prevention, detection, response, and recovery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BD6CED7C-049D-AB36-FEA8-51C9B3BF4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37" y="-3996"/>
            <a:ext cx="1011121" cy="13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aveetha Institute of Medical and Technical Sciences -SIMATS | Chennai">
            <a:extLst>
              <a:ext uri="{FF2B5EF4-FFF2-40B4-BE49-F238E27FC236}">
                <a16:creationId xmlns:a16="http://schemas.microsoft.com/office/drawing/2014/main" id="{03602ACF-D659-9630-EC96-F1174F497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290" y="109322"/>
            <a:ext cx="1256837" cy="125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693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14</TotalTime>
  <Words>462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Security Attacks, Threats, Risks and Their Impact on Security Goals</vt:lpstr>
      <vt:lpstr>Introduction</vt:lpstr>
      <vt:lpstr>Security Goals: CIA Triad</vt:lpstr>
      <vt:lpstr>Security Threats</vt:lpstr>
      <vt:lpstr>Security Attacks</vt:lpstr>
      <vt:lpstr>Security Risks</vt:lpstr>
      <vt:lpstr>Impact on Security Goals</vt:lpstr>
      <vt:lpstr>Real-Time Example: Ransomware Attack</vt:lpstr>
      <vt:lpstr>Security Measures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DEVI</dc:creator>
  <cp:lastModifiedBy>LAKSHMI DEVI</cp:lastModifiedBy>
  <cp:revision>1</cp:revision>
  <dcterms:created xsi:type="dcterms:W3CDTF">2026-10-07T10:07:18Z</dcterms:created>
  <dcterms:modified xsi:type="dcterms:W3CDTF">2026-10-09T04:22:15Z</dcterms:modified>
</cp:coreProperties>
</file>